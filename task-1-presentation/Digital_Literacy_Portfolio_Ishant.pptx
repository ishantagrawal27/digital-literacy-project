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40080"/>
            <a:ext cx="2011680" cy="20116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12801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926080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4"/>
          <p:cNvSpPr/>
          <p:nvPr/>
        </p:nvSpPr>
        <p:spPr>
          <a:xfrm>
            <a:off x="886968" y="2926080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5"/>
          <p:cNvSpPr/>
          <p:nvPr/>
        </p:nvSpPr>
        <p:spPr>
          <a:xfrm>
            <a:off x="1271016" y="2926080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6"/>
          <p:cNvSpPr/>
          <p:nvPr/>
        </p:nvSpPr>
        <p:spPr>
          <a:xfrm>
            <a:off x="1655064" y="2926080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2039112" y="2926080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3273552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" y="3273552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0"/>
          <p:cNvSpPr/>
          <p:nvPr/>
        </p:nvSpPr>
        <p:spPr>
          <a:xfrm>
            <a:off x="1271016" y="3273552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1655064" y="3273552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2"/>
          <p:cNvSpPr/>
          <p:nvPr/>
        </p:nvSpPr>
        <p:spPr>
          <a:xfrm>
            <a:off x="2039112" y="3273552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3621024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968" y="3621024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1271016" y="3621024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6"/>
          <p:cNvSpPr/>
          <p:nvPr/>
        </p:nvSpPr>
        <p:spPr>
          <a:xfrm>
            <a:off x="1655064" y="3621024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7"/>
          <p:cNvSpPr/>
          <p:nvPr/>
        </p:nvSpPr>
        <p:spPr>
          <a:xfrm>
            <a:off x="2039112" y="3621024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968496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968" y="3968496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0"/>
          <p:cNvSpPr/>
          <p:nvPr/>
        </p:nvSpPr>
        <p:spPr>
          <a:xfrm>
            <a:off x="1271016" y="3968496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1"/>
          <p:cNvSpPr/>
          <p:nvPr/>
        </p:nvSpPr>
        <p:spPr>
          <a:xfrm>
            <a:off x="1655064" y="3968496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2"/>
          <p:cNvSpPr/>
          <p:nvPr/>
        </p:nvSpPr>
        <p:spPr>
          <a:xfrm>
            <a:off x="2039112" y="3968496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920" y="4315968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4"/>
          <p:cNvSpPr/>
          <p:nvPr/>
        </p:nvSpPr>
        <p:spPr>
          <a:xfrm>
            <a:off x="886968" y="4315968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5"/>
          <p:cNvSpPr/>
          <p:nvPr/>
        </p:nvSpPr>
        <p:spPr>
          <a:xfrm>
            <a:off x="1271016" y="4315968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6"/>
          <p:cNvSpPr/>
          <p:nvPr/>
        </p:nvSpPr>
        <p:spPr>
          <a:xfrm>
            <a:off x="1655064" y="4315968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2039112" y="4315968"/>
            <a:ext cx="64008" cy="640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3474720" y="914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LITERACY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3474720" y="15087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</a:t>
            </a:r>
            <a:endParaRPr lang="en-US" sz="3800" dirty="0"/>
          </a:p>
        </p:txBody>
      </p:sp>
      <p:sp>
        <p:nvSpPr>
          <p:cNvPr id="33" name="Shape 30"/>
          <p:cNvSpPr/>
          <p:nvPr/>
        </p:nvSpPr>
        <p:spPr>
          <a:xfrm>
            <a:off x="3474720" y="2331720"/>
            <a:ext cx="5029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1"/>
          <p:cNvSpPr/>
          <p:nvPr/>
        </p:nvSpPr>
        <p:spPr>
          <a:xfrm>
            <a:off x="347472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Ishant Agrawal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347472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25BCE11028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474720" y="32186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474720" y="35112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Bhopal University  |  CSE0001 – Digital Literacy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474720" y="39776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/>
        </p:spPr>
      </p:sp>
      <p:sp>
        <p:nvSpPr>
          <p:cNvPr id="39" name="Text 36"/>
          <p:cNvSpPr/>
          <p:nvPr/>
        </p:nvSpPr>
        <p:spPr>
          <a:xfrm>
            <a:off x="347472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🎖  Student Digital Ambassador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96012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33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69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Digital Literacy Awareness Infographic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73152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2024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Building Your Student Digital Portfolio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73152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88036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9900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Exploring Coding &amp; Collaboration Platforms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40480"/>
            <a:ext cx="73152" cy="5943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84048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950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Email Etiquette &amp; Professional Communication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73152" cy="5943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96012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33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069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UPI Fraud – Cybercrime Awareness Case Study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92024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993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0299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Prevention Checklist &amp; Digital Safety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73152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2880360"/>
            <a:ext cx="38404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2990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Digital Ethics &amp; Responsibility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1 · MODULE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Literacy Infographic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Tool Used: Canva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Topics Covered in the Infographic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What is Digital Literacy and why it matters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Essential digital tools for B.Tech 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Safe internet practices and password hygiene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5584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Professional online presence (GitHub, LinkedIn)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Email etiquette in academic &amp; professional life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280160"/>
            <a:ext cx="3657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[ INSERT INFOGRAPHIC IMAGE HERE 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Export from Canva &amp; paste screenshot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4531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Reflection: Canva made it easy to arrange icons and color-coded sections. The most interesting part was realising how interconnected all digital literacy skills really 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2 · MODULE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Your Digital Portfolio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155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GITHUB  —  Platform of Choice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645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GitHub is the world's leading platform for hosting code and building a developer identity. For a CSE student, it acts as a living resume that grows with every project you commit.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51460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514600"/>
            <a:ext cx="54864" cy="10515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2587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0120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Create Account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" y="297180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Sign up at github.com with college email. Choose a professional username.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51460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514600"/>
            <a:ext cx="54864" cy="10515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3"/>
          <p:cNvSpPr/>
          <p:nvPr/>
        </p:nvSpPr>
        <p:spPr>
          <a:xfrm>
            <a:off x="4864608" y="2587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349240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Profile README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64608" y="297180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 a repo named after your username → add README.md with name, branch &amp; goals.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74904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" y="3822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6012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Upload Projects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" y="420624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 Python programs, assignments &amp; mini-projects — each with a description.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749040"/>
            <a:ext cx="402336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749040"/>
            <a:ext cx="54864" cy="10515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6" name="Text 23"/>
          <p:cNvSpPr/>
          <p:nvPr/>
        </p:nvSpPr>
        <p:spPr>
          <a:xfrm>
            <a:off x="4864608" y="3822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34924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Pin Best Work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64608" y="420624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 to Profile → Customize Pins → select 4-6 top repos for first impressions.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097280"/>
            <a:ext cx="3200400" cy="129844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486400" y="1097280"/>
            <a:ext cx="32004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GITHUB PROFILE SCREENSHOT 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3 · MODULE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 &amp; Collaboration Platforms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PART A  ·  HackerRank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Coding Practice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865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Created a HackerRank account with college 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2311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Completed 'Solve Me First' — beginner challenge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2596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Solved the Python Introduction skill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9626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Earned a Python badge upon completion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3840480" cy="1005840"/>
          </a:xfrm>
          <a:prstGeom prst="rect">
            <a:avLst/>
          </a:prstGeom>
          <a:solidFill>
            <a:srgbClr val="0D1F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HACKERRANK SCREENSHOT / BADGE 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PART B  ·  Google Forms Quiz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Digital Literacy Awareness Quiz — 5 Questions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938528"/>
            <a:ext cx="54864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Q1. What does 'phishing' mean? (MCQ)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368296"/>
            <a:ext cx="54864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368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Q2. Name a safe password practice. (Short Answer)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798064"/>
            <a:ext cx="54864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27980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Q3. Which is NOT a coding platform? (MCQ)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227832"/>
            <a:ext cx="54864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2278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Q4. What is 2FA? (MCQ)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657600"/>
            <a:ext cx="54864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657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Q5. Define Digital Footprint. (Short Answer)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4187952"/>
            <a:ext cx="3840480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 link added to README.md  |  Response Google Sheet linked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4 · MODULE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Etiquette &amp; Communication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EMAIL 1 — Assignment Extension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Subject: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18836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Request for Assignment Submission Extension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3225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Greeting: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Dear Professor [Name],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2980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Body: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2004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I am writing to request a 3-day extension on the CSE0001 project submission due [date], due to [reason]. I assure you the delay will not affect quality.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639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Sign-off: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8587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Respectfully, Ishant Agrawal | 25BCE11028 | B.Tech CSE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1143000"/>
            <a:ext cx="41148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2344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02352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EMAIL 2 — Internship Inquiry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0060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Subject: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00600" y="18836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Application for Summer Internship Opportunity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00600" y="23225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Greeting: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00600" y="25420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Dear Hiring Manager,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00600" y="2980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Body: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00600" y="32004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I am Ishant Agrawal, a 1st-year B.Tech CSE student at VIT Bhopal. I wish to express my interest in a summer internship. I am eager to contribute and learn.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00600" y="3639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Sign-off: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800600" y="38587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With regards, Ishant Agrawal | GitHub: [link] | LinkedIn: [link]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Key Rules: Clear subject line  ·  Professional greeting  ·  Concise body  ·  Formal sign-off  ·  Proofread always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4 · MODULE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 Do's &amp; Don'ts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for College Students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114800" cy="3657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✅  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379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Keep your profiles professional &amp; updated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8658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22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Share learning achievements and projects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7121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07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Engage respectfully with peers &amp; professionals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5584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Use privacy settings to control your audience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76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Think before posting — digital footprints are permanent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32511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611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Credit original creators when sharing content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371600"/>
            <a:ext cx="4114800" cy="365760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2B6"/>
                </a:solidFill>
              </a:rPr>
              <a:t>❌  DON'T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00600" y="1901952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8379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Post offensive, hateful or discriminatory content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386584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322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Share personal information like phone/address publicly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807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Engage in cyberbullying or trolling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355848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Post during exams or college events carelessly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840480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776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Spread unverified news or rumors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4325112"/>
            <a:ext cx="128016" cy="12801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2611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Use institutional email for personal social sign-ups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Scenario: A student posted anger about a professor publicly — it went viral, damaging their internship prospects. Lesson: always resolve issues privately.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472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5 · MODULE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Cybercrime Case Study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347472"/>
            <a:ext cx="2194560" cy="530352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34747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UPI / Online Payment Fraud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115568"/>
            <a:ext cx="841248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115568"/>
            <a:ext cx="54864" cy="12344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Case Scenario: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Riya, a 19-year-old college student in Bhopal, received a WhatsApp message claiming she had won ₹50,000 from an online quiz. The sender asked her to pay ₹199 via UPI to 'unlock' her prize. After paying, she was asked for more amounts under various pretexts. Within an hour, ₹12,000 had been drained from her account. There was no prize — it was a scam.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24963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</a:rPr>
              <a:t>How UPI Fraud Happens — Step by Step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2907792"/>
            <a:ext cx="201168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51560" y="2852928"/>
            <a:ext cx="640080" cy="64008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Bait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858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Victim receives a fake prize/job/refund message via WhatsApp, SMS or social media.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77440" y="3639312"/>
            <a:ext cx="137160" cy="10972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Shape 17"/>
          <p:cNvSpPr/>
          <p:nvPr/>
        </p:nvSpPr>
        <p:spPr>
          <a:xfrm>
            <a:off x="2514600" y="2907792"/>
            <a:ext cx="201168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2852928"/>
            <a:ext cx="640080" cy="64008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60604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Urgency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606040" y="3858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Fraudster creates panic: 'Act now or lose the offer' to bypass rational thinking.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26280" y="3639312"/>
            <a:ext cx="137160" cy="10972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Shape 23"/>
          <p:cNvSpPr/>
          <p:nvPr/>
        </p:nvSpPr>
        <p:spPr>
          <a:xfrm>
            <a:off x="4663440" y="2907792"/>
            <a:ext cx="201168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49240" y="2852928"/>
            <a:ext cx="640080" cy="64008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28" name="Text 25"/>
          <p:cNvSpPr/>
          <p:nvPr/>
        </p:nvSpPr>
        <p:spPr>
          <a:xfrm>
            <a:off x="534924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75488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Small Payment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0" y="3858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small fee (₹99–₹500) is demanded via UPI to 'process' the reward.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675120" y="3639312"/>
            <a:ext cx="137160" cy="10972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2" name="Shape 29"/>
          <p:cNvSpPr/>
          <p:nvPr/>
        </p:nvSpPr>
        <p:spPr>
          <a:xfrm>
            <a:off x="6812280" y="2907792"/>
            <a:ext cx="201168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498080" y="2852928"/>
            <a:ext cx="640080" cy="64008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90372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Escalation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03720" y="3858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After payment, more fees are invented. Victim loses confidence and pays repeatedly.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⚠ Typically targeted: College students, senior citizens, job seekers, and anyone expecting refunds or rewards online.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TASK 5 · MODULE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Safe Online — Prevention Checklist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1556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1556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1252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12070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Never pay to receive a prize, job or reward — legitimate offers are free.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07568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75688"/>
            <a:ext cx="54864" cy="8046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213055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3611880" y="21305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UPI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" y="21671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Verify the sender's identity before acting on any UPI request.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03580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035808"/>
            <a:ext cx="54864" cy="8046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Shape 16"/>
          <p:cNvSpPr/>
          <p:nvPr/>
        </p:nvSpPr>
        <p:spPr>
          <a:xfrm>
            <a:off x="3611880" y="309067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B923C"/>
          </a:solidFill>
          <a:ln/>
        </p:spPr>
      </p:sp>
      <p:sp>
        <p:nvSpPr>
          <p:cNvPr id="20" name="Text 17"/>
          <p:cNvSpPr/>
          <p:nvPr/>
        </p:nvSpPr>
        <p:spPr>
          <a:xfrm>
            <a:off x="3611880" y="30906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UPI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" y="3172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1248" y="31272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Enable UPI transaction limits and daily caps in your banking app.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99592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99592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" y="4133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41248" y="40873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Use strong, unique passwords for all banking and UPI apps.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09160" y="111556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09160" y="111556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6"/>
          <p:cNvSpPr/>
          <p:nvPr/>
        </p:nvSpPr>
        <p:spPr>
          <a:xfrm>
            <a:off x="4818888" y="1252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84648" y="12070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Enable 2FA (Two-Factor Authentication) on every financial account.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09160" y="207568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207568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0"/>
          <p:cNvSpPr/>
          <p:nvPr/>
        </p:nvSpPr>
        <p:spPr>
          <a:xfrm>
            <a:off x="4818888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84648" y="21671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Do not click links received via WhatsApp/SMS — go directly to official websites.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09160" y="303580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09160" y="303580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Text 34"/>
          <p:cNvSpPr/>
          <p:nvPr/>
        </p:nvSpPr>
        <p:spPr>
          <a:xfrm>
            <a:off x="4818888" y="3172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84648" y="31272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Check privacy settings on all social media — limit who sees your data.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709160" y="3995928"/>
            <a:ext cx="406908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09160" y="3995928"/>
            <a:ext cx="54864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Text 38"/>
          <p:cNvSpPr/>
          <p:nvPr/>
        </p:nvSpPr>
        <p:spPr>
          <a:xfrm>
            <a:off x="4818888" y="4133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184648" y="40873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Report cyber fraud immediately on cybercrime.gov.in or call Helpline 1930.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🚨  Report Cybercrime: cybercrime.gov.in  |  Helpline: 1930 (24×7 Free)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MODULE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Ethics &amp; Responsibility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0233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4023360" cy="384048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07008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71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Honesty &amp; No Plagiarism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8249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Do not copy others' work without credit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10312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4825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Use AI tools to learn, not to replace your own thinking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46888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140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Cite all sources and external references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07008"/>
            <a:ext cx="40233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07008"/>
            <a:ext cx="4023360" cy="384048"/>
          </a:xfrm>
          <a:prstGeom prst="rect">
            <a:avLst/>
          </a:prstGeom>
          <a:solidFill>
            <a:srgbClr val="818CF8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207008"/>
            <a:ext cx="54864" cy="1691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271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Protect Privacy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737360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68249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Keep personal data secure at all times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19472" y="2103120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04825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Take permission before sharing others' 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2468880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4140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Do not misuse someone else's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81528"/>
            <a:ext cx="40233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81528"/>
            <a:ext cx="4023360" cy="384048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081528"/>
            <a:ext cx="54864" cy="1691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Respect Others Online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" y="361188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5570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Use polite, inclusive language always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" y="397764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92277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Avoid hate speech or offensive comments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" y="434340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28853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Respect different opinions and cultures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081528"/>
            <a:ext cx="40233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081528"/>
            <a:ext cx="4023360" cy="384048"/>
          </a:xfrm>
          <a:prstGeom prst="rect">
            <a:avLst/>
          </a:prstGeom>
          <a:solidFill>
            <a:srgbClr val="FB923C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081528"/>
            <a:ext cx="54864" cy="16916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Avoid Tech Misuse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19472" y="3611880"/>
            <a:ext cx="91440" cy="9144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5570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Do not hack, crack or pirate software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19472" y="3977640"/>
            <a:ext cx="91440" cy="9144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392277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Never spread fake news or misinformation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19472" y="4343400"/>
            <a:ext cx="91440" cy="9144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428853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Do not use technology to cheat in exams</a:t>
            </a:r>
            <a:endParaRPr lang="en-US" sz="11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57200"/>
            <a:ext cx="777240" cy="77724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8" name="Text 45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"With great digital power comes great digital responsibility."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224028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22402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224028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2402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224028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2402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240" y="224028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Ishant Agrawal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25BCE11028  |  B.Tech CSE  |  VIT Bhopal University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CSE0001 — Digital Literacy  |  Student Digital Ambassador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11880" y="384048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608" y="3913632"/>
            <a:ext cx="292608" cy="29260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0" y="384048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391363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17520" y="43891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github.com/[username]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434840" y="43891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linkedin.com/in/[username]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VIT Bhopal University  ·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Literacy Portfolio – CSE0001</dc:title>
  <dc:subject>PptxGenJS Presentation</dc:subject>
  <dc:creator>Ishant Agrawal</dc:creator>
  <cp:lastModifiedBy>Ishant Agrawal</cp:lastModifiedBy>
  <cp:revision>1</cp:revision>
  <dcterms:created xsi:type="dcterms:W3CDTF">2026-03-20T16:25:01Z</dcterms:created>
  <dcterms:modified xsi:type="dcterms:W3CDTF">2026-03-20T16:25:01Z</dcterms:modified>
</cp:coreProperties>
</file>